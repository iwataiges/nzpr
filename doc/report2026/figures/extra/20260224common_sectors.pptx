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6" userDrawn="1">
          <p15:clr>
            <a:srgbClr val="A4A3A4"/>
          </p15:clr>
        </p15:guide>
        <p15:guide id="2" pos="45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9"/>
  </p:normalViewPr>
  <p:slideViewPr>
    <p:cSldViewPr snapToGrid="0" showGuides="1">
      <p:cViewPr varScale="1">
        <p:scale>
          <a:sx n="78" d="100"/>
          <a:sy n="78" d="100"/>
        </p:scale>
        <p:origin x="552" y="488"/>
      </p:cViewPr>
      <p:guideLst>
        <p:guide orient="horz" pos="4536"/>
        <p:guide pos="45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2411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359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8998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83206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7259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14022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0151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6188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9138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408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029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0592D-A44E-0548-8A8C-3F3CE258B094}" type="datetimeFigureOut">
              <a:rPr lang="en-JP" smtClean="0"/>
              <a:t>2026/02/24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D4E59-16AF-B242-828F-50F1A936C9D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1458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EE6637-0BA1-E609-E9EE-A1734CFDC47A}"/>
              </a:ext>
            </a:extLst>
          </p:cNvPr>
          <p:cNvSpPr/>
          <p:nvPr/>
        </p:nvSpPr>
        <p:spPr>
          <a:xfrm>
            <a:off x="3760970" y="72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産業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8F317-4281-E5ED-CCC1-AA996D704F27}"/>
              </a:ext>
            </a:extLst>
          </p:cNvPr>
          <p:cNvCxnSpPr>
            <a:cxnSpLocks/>
            <a:stCxn id="4" idx="3"/>
            <a:endCxn id="23" idx="1"/>
          </p:cNvCxnSpPr>
          <p:nvPr/>
        </p:nvCxnSpPr>
        <p:spPr>
          <a:xfrm>
            <a:off x="5380970" y="900000"/>
            <a:ext cx="126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F0EBAE3-C2B7-B059-3089-157BBD0302C3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5380970" y="900000"/>
            <a:ext cx="1260000" cy="144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72A13F15-7E9F-5F30-D194-88BA68729E07}"/>
              </a:ext>
            </a:extLst>
          </p:cNvPr>
          <p:cNvCxnSpPr>
            <a:cxnSpLocks/>
            <a:stCxn id="4" idx="3"/>
            <a:endCxn id="24" idx="1"/>
          </p:cNvCxnSpPr>
          <p:nvPr/>
        </p:nvCxnSpPr>
        <p:spPr>
          <a:xfrm>
            <a:off x="5380970" y="900000"/>
            <a:ext cx="1260000" cy="72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6607AFF-2D83-2234-FE5A-E6B9AEB77C03}"/>
              </a:ext>
            </a:extLst>
          </p:cNvPr>
          <p:cNvSpPr/>
          <p:nvPr/>
        </p:nvSpPr>
        <p:spPr>
          <a:xfrm>
            <a:off x="6640970" y="72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農林水産業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73A6D3-6160-13E9-95DD-82755ED2E0EA}"/>
              </a:ext>
            </a:extLst>
          </p:cNvPr>
          <p:cNvSpPr/>
          <p:nvPr/>
        </p:nvSpPr>
        <p:spPr>
          <a:xfrm>
            <a:off x="6640970" y="144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鉱業他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85B405-875C-5644-BDB8-15F0AD7C2083}"/>
              </a:ext>
            </a:extLst>
          </p:cNvPr>
          <p:cNvSpPr/>
          <p:nvPr/>
        </p:nvSpPr>
        <p:spPr>
          <a:xfrm>
            <a:off x="6640970" y="216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建設業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D80A24-57FE-BC56-F2CE-59D1F011FB13}"/>
              </a:ext>
            </a:extLst>
          </p:cNvPr>
          <p:cNvSpPr/>
          <p:nvPr/>
        </p:nvSpPr>
        <p:spPr>
          <a:xfrm>
            <a:off x="6640970" y="288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製造業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7F71AD-B19D-6B9B-2E17-023B1578FAC1}"/>
              </a:ext>
            </a:extLst>
          </p:cNvPr>
          <p:cNvSpPr/>
          <p:nvPr/>
        </p:nvSpPr>
        <p:spPr>
          <a:xfrm>
            <a:off x="9520970" y="180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食品飲料製造業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8D937A-79FF-3E6A-4CB4-26C455A348C6}"/>
              </a:ext>
            </a:extLst>
          </p:cNvPr>
          <p:cNvSpPr/>
          <p:nvPr/>
        </p:nvSpPr>
        <p:spPr>
          <a:xfrm>
            <a:off x="9520970" y="234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繊維工業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138EC3-F1AA-A7CD-2FF8-D018BDB91C76}"/>
              </a:ext>
            </a:extLst>
          </p:cNvPr>
          <p:cNvSpPr/>
          <p:nvPr/>
        </p:nvSpPr>
        <p:spPr>
          <a:xfrm>
            <a:off x="9520970" y="288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パルプ･紙･紙加工品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44ED60-EE30-9A05-323F-1D2BC4D451BE}"/>
              </a:ext>
            </a:extLst>
          </p:cNvPr>
          <p:cNvSpPr/>
          <p:nvPr/>
        </p:nvSpPr>
        <p:spPr>
          <a:xfrm>
            <a:off x="9520970" y="342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化学工業 </a:t>
            </a:r>
            <a:r>
              <a:rPr lang="en-US" altLang="ja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(</a:t>
            </a:r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含 石油石炭製品</a:t>
            </a:r>
            <a:r>
              <a:rPr lang="en-US" altLang="ja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)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DD56BA-DADE-15A5-EF87-F36B8C886113}"/>
              </a:ext>
            </a:extLst>
          </p:cNvPr>
          <p:cNvSpPr/>
          <p:nvPr/>
        </p:nvSpPr>
        <p:spPr>
          <a:xfrm>
            <a:off x="9520970" y="396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窯業･土石製品製造業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A40E9E-9A0B-E1C4-9B15-49224A1F0E72}"/>
              </a:ext>
            </a:extLst>
          </p:cNvPr>
          <p:cNvSpPr/>
          <p:nvPr/>
        </p:nvSpPr>
        <p:spPr>
          <a:xfrm>
            <a:off x="9520970" y="450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鉄鋼業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2D9CF2-1D2A-5D75-189E-BDF55C54D120}"/>
              </a:ext>
            </a:extLst>
          </p:cNvPr>
          <p:cNvSpPr/>
          <p:nvPr/>
        </p:nvSpPr>
        <p:spPr>
          <a:xfrm>
            <a:off x="9520970" y="504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非鉄金属製造業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9025F8-377C-C2B0-FE06-EB1F32C78C0F}"/>
              </a:ext>
            </a:extLst>
          </p:cNvPr>
          <p:cNvSpPr/>
          <p:nvPr/>
        </p:nvSpPr>
        <p:spPr>
          <a:xfrm>
            <a:off x="9520970" y="558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機械（含金属製品）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E06A53-C779-8BA7-80D2-BAF2F4C3768E}"/>
              </a:ext>
            </a:extLst>
          </p:cNvPr>
          <p:cNvSpPr/>
          <p:nvPr/>
        </p:nvSpPr>
        <p:spPr>
          <a:xfrm>
            <a:off x="9520970" y="6120000"/>
            <a:ext cx="324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製造業（その他）</a:t>
            </a:r>
            <a:endParaRPr lang="en-JP" dirty="0">
              <a:solidFill>
                <a:schemeClr val="tx1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F8CB490-E326-50B6-0AE2-491053F6B56A}"/>
              </a:ext>
            </a:extLst>
          </p:cNvPr>
          <p:cNvSpPr/>
          <p:nvPr/>
        </p:nvSpPr>
        <p:spPr>
          <a:xfrm>
            <a:off x="3760970" y="648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業務他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1DB986B-A6B9-DB3F-1A81-EB746C093738}"/>
              </a:ext>
            </a:extLst>
          </p:cNvPr>
          <p:cNvSpPr/>
          <p:nvPr/>
        </p:nvSpPr>
        <p:spPr>
          <a:xfrm>
            <a:off x="3760970" y="720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家庭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F65F8F-E757-F93D-BBFF-4B3F965E079C}"/>
              </a:ext>
            </a:extLst>
          </p:cNvPr>
          <p:cNvSpPr/>
          <p:nvPr/>
        </p:nvSpPr>
        <p:spPr>
          <a:xfrm>
            <a:off x="3760970" y="792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運輸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364797-1E22-7CE5-0CA6-641AB9CE3095}"/>
              </a:ext>
            </a:extLst>
          </p:cNvPr>
          <p:cNvSpPr/>
          <p:nvPr/>
        </p:nvSpPr>
        <p:spPr>
          <a:xfrm>
            <a:off x="6640970" y="792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旅客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C4EEA0-B1A4-1030-1F49-ED39D89902B2}"/>
              </a:ext>
            </a:extLst>
          </p:cNvPr>
          <p:cNvSpPr/>
          <p:nvPr/>
        </p:nvSpPr>
        <p:spPr>
          <a:xfrm>
            <a:off x="6640970" y="8640000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貨物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BC025C6-C615-E5A5-A2D3-77C0153F6B84}"/>
              </a:ext>
            </a:extLst>
          </p:cNvPr>
          <p:cNvCxnSpPr>
            <a:cxnSpLocks/>
            <a:stCxn id="4" idx="3"/>
            <a:endCxn id="26" idx="1"/>
          </p:cNvCxnSpPr>
          <p:nvPr/>
        </p:nvCxnSpPr>
        <p:spPr>
          <a:xfrm>
            <a:off x="5380970" y="900000"/>
            <a:ext cx="1260000" cy="216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4772BB55-C01F-AAAF-AD30-FB7C0A628484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8260970" y="1980000"/>
            <a:ext cx="1260000" cy="108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3B24EA0C-0FCE-0F2B-3BBF-CEA481FFD0F6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 flipV="1">
            <a:off x="8260970" y="2520000"/>
            <a:ext cx="1260000" cy="54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05976101-4B24-860C-11F9-482514F0021F}"/>
              </a:ext>
            </a:extLst>
          </p:cNvPr>
          <p:cNvCxnSpPr>
            <a:cxnSpLocks/>
            <a:stCxn id="26" idx="3"/>
            <a:endCxn id="32" idx="1"/>
          </p:cNvCxnSpPr>
          <p:nvPr/>
        </p:nvCxnSpPr>
        <p:spPr>
          <a:xfrm>
            <a:off x="8260970" y="3060000"/>
            <a:ext cx="1260000" cy="54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271F860-DA47-3680-51A2-BF544119EA65}"/>
              </a:ext>
            </a:extLst>
          </p:cNvPr>
          <p:cNvCxnSpPr>
            <a:cxnSpLocks/>
            <a:stCxn id="26" idx="3"/>
            <a:endCxn id="31" idx="1"/>
          </p:cNvCxnSpPr>
          <p:nvPr/>
        </p:nvCxnSpPr>
        <p:spPr>
          <a:xfrm>
            <a:off x="8260970" y="3060000"/>
            <a:ext cx="126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06D55DBF-B6DE-6988-A467-B653C297450B}"/>
              </a:ext>
            </a:extLst>
          </p:cNvPr>
          <p:cNvCxnSpPr>
            <a:cxnSpLocks/>
            <a:stCxn id="26" idx="3"/>
            <a:endCxn id="35" idx="1"/>
          </p:cNvCxnSpPr>
          <p:nvPr/>
        </p:nvCxnSpPr>
        <p:spPr>
          <a:xfrm>
            <a:off x="8260970" y="3060000"/>
            <a:ext cx="1260000" cy="108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B676715D-E400-4101-70D8-7EE51B5AE0EB}"/>
              </a:ext>
            </a:extLst>
          </p:cNvPr>
          <p:cNvCxnSpPr>
            <a:cxnSpLocks/>
            <a:stCxn id="26" idx="3"/>
            <a:endCxn id="38" idx="1"/>
          </p:cNvCxnSpPr>
          <p:nvPr/>
        </p:nvCxnSpPr>
        <p:spPr>
          <a:xfrm>
            <a:off x="8260970" y="3060000"/>
            <a:ext cx="1260000" cy="162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FBD646E-08DD-9125-4121-38F5C3ED1484}"/>
              </a:ext>
            </a:extLst>
          </p:cNvPr>
          <p:cNvCxnSpPr>
            <a:cxnSpLocks/>
            <a:stCxn id="26" idx="3"/>
            <a:endCxn id="39" idx="1"/>
          </p:cNvCxnSpPr>
          <p:nvPr/>
        </p:nvCxnSpPr>
        <p:spPr>
          <a:xfrm>
            <a:off x="8260970" y="3060000"/>
            <a:ext cx="1260000" cy="216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9011ABAE-6972-B290-49FF-0EA3EA6ACC56}"/>
              </a:ext>
            </a:extLst>
          </p:cNvPr>
          <p:cNvCxnSpPr>
            <a:cxnSpLocks/>
            <a:stCxn id="26" idx="3"/>
            <a:endCxn id="40" idx="1"/>
          </p:cNvCxnSpPr>
          <p:nvPr/>
        </p:nvCxnSpPr>
        <p:spPr>
          <a:xfrm>
            <a:off x="8260970" y="3060000"/>
            <a:ext cx="1260000" cy="270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31B4679D-7100-2A13-368B-B4C82CBF32BD}"/>
              </a:ext>
            </a:extLst>
          </p:cNvPr>
          <p:cNvCxnSpPr>
            <a:cxnSpLocks/>
            <a:stCxn id="26" idx="3"/>
            <a:endCxn id="41" idx="1"/>
          </p:cNvCxnSpPr>
          <p:nvPr/>
        </p:nvCxnSpPr>
        <p:spPr>
          <a:xfrm>
            <a:off x="8260970" y="3060000"/>
            <a:ext cx="1260000" cy="324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37B864B-C494-4D3A-6767-767B934CBFBD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5380970" y="8100000"/>
            <a:ext cx="126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60A68EE0-924A-68F3-8A85-CBEA37199AA4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5380970" y="8100000"/>
            <a:ext cx="1260000" cy="72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DF687188-D944-CB35-B8D6-5AD0E42B7E26}"/>
              </a:ext>
            </a:extLst>
          </p:cNvPr>
          <p:cNvSpPr/>
          <p:nvPr/>
        </p:nvSpPr>
        <p:spPr>
          <a:xfrm>
            <a:off x="720000" y="720000"/>
            <a:ext cx="216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chemeClr val="tx1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エネルギー消費量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0852B49-35ED-479F-0FFC-3488286DAED0}"/>
              </a:ext>
            </a:extLst>
          </p:cNvPr>
          <p:cNvCxnSpPr>
            <a:cxnSpLocks/>
            <a:stCxn id="92" idx="3"/>
            <a:endCxn id="4" idx="1"/>
          </p:cNvCxnSpPr>
          <p:nvPr/>
        </p:nvCxnSpPr>
        <p:spPr>
          <a:xfrm>
            <a:off x="2880000" y="900000"/>
            <a:ext cx="88097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AB7E933D-11E0-A176-2247-7604D8B45100}"/>
              </a:ext>
            </a:extLst>
          </p:cNvPr>
          <p:cNvCxnSpPr>
            <a:cxnSpLocks/>
            <a:stCxn id="92" idx="3"/>
            <a:endCxn id="42" idx="1"/>
          </p:cNvCxnSpPr>
          <p:nvPr/>
        </p:nvCxnSpPr>
        <p:spPr>
          <a:xfrm>
            <a:off x="2880000" y="900000"/>
            <a:ext cx="880970" cy="576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71695F12-119E-D628-DC3D-C770131D6A22}"/>
              </a:ext>
            </a:extLst>
          </p:cNvPr>
          <p:cNvCxnSpPr>
            <a:cxnSpLocks/>
            <a:stCxn id="92" idx="3"/>
            <a:endCxn id="44" idx="1"/>
          </p:cNvCxnSpPr>
          <p:nvPr/>
        </p:nvCxnSpPr>
        <p:spPr>
          <a:xfrm>
            <a:off x="2880000" y="900000"/>
            <a:ext cx="880970" cy="648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5CE4596A-E5CB-1E6F-CC42-BD4F19054160}"/>
              </a:ext>
            </a:extLst>
          </p:cNvPr>
          <p:cNvCxnSpPr>
            <a:cxnSpLocks/>
            <a:stCxn id="92" idx="3"/>
            <a:endCxn id="45" idx="1"/>
          </p:cNvCxnSpPr>
          <p:nvPr/>
        </p:nvCxnSpPr>
        <p:spPr>
          <a:xfrm>
            <a:off x="2880000" y="900000"/>
            <a:ext cx="880970" cy="7200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F9CDE45-F23C-3ADB-6E7E-C9A9EFBA988F}"/>
              </a:ext>
            </a:extLst>
          </p:cNvPr>
          <p:cNvSpPr txBox="1"/>
          <p:nvPr/>
        </p:nvSpPr>
        <p:spPr>
          <a:xfrm>
            <a:off x="1381552" y="229886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Calibri" panose="020F0502020204030204" pitchFamily="34" charset="0"/>
                <a:cs typeface="Calibri" panose="020F0502020204030204" pitchFamily="34" charset="0"/>
              </a:rPr>
              <a:t>Level 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E863EEF-ACEB-DBEA-6B5D-EE79295A4875}"/>
              </a:ext>
            </a:extLst>
          </p:cNvPr>
          <p:cNvSpPr txBox="1"/>
          <p:nvPr/>
        </p:nvSpPr>
        <p:spPr>
          <a:xfrm>
            <a:off x="4152522" y="229886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Calibri" panose="020F0502020204030204" pitchFamily="34" charset="0"/>
                <a:cs typeface="Calibri" panose="020F0502020204030204" pitchFamily="34" charset="0"/>
              </a:rPr>
              <a:t>Level 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CDC3E9C-02C3-4E6B-D81E-55DD83B60F7B}"/>
              </a:ext>
            </a:extLst>
          </p:cNvPr>
          <p:cNvSpPr txBox="1"/>
          <p:nvPr/>
        </p:nvSpPr>
        <p:spPr>
          <a:xfrm>
            <a:off x="7032522" y="230657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Calibri" panose="020F0502020204030204" pitchFamily="34" charset="0"/>
                <a:cs typeface="Calibri" panose="020F0502020204030204" pitchFamily="34" charset="0"/>
              </a:rPr>
              <a:t>Level 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57F492A-0E84-6D03-25FD-269D7AD97479}"/>
              </a:ext>
            </a:extLst>
          </p:cNvPr>
          <p:cNvSpPr txBox="1"/>
          <p:nvPr/>
        </p:nvSpPr>
        <p:spPr>
          <a:xfrm>
            <a:off x="10722522" y="230657"/>
            <a:ext cx="83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Calibri" panose="020F0502020204030204" pitchFamily="34" charset="0"/>
                <a:cs typeface="Calibri" panose="020F0502020204030204" pitchFamily="34" charset="0"/>
              </a:rPr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492800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59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Noto Sans JP</vt:lpstr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ikuru iwata</dc:creator>
  <cp:lastModifiedBy>ikuru iwata</cp:lastModifiedBy>
  <cp:revision>1</cp:revision>
  <dcterms:created xsi:type="dcterms:W3CDTF">2026-02-24T05:44:57Z</dcterms:created>
  <dcterms:modified xsi:type="dcterms:W3CDTF">2026-02-24T06:11:48Z</dcterms:modified>
</cp:coreProperties>
</file>